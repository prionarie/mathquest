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embeddedFontLst>
    <p:embeddedFont>
      <p:font typeface="Playfair Display" panose="00000500000000000000" pitchFamily="2" charset="0"/>
      <p:regular r:id="rId29"/>
      <p:bold r:id="rId30"/>
      <p:italic r:id="rId31"/>
      <p:boldItalic r:id="rId32"/>
    </p:embeddedFont>
    <p:embeddedFont>
      <p:font typeface="Roboto" panose="020000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itnEEQzljX3Mbj9v6zU88ldQeQ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95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Image from: https://www.pinterest.com/pin/can-you-name-the-cartoon-minimalist-illustration--524176844132149380/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Image from: https://www.pinterest.com/karilyp/square-characters/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Image from: https://www.teacherspayteachers.com/Product/Square-Rectangle-and-Parallelogram-Comparison-Venn-Diagram-1345334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Image from: https://www.twinkl.com/teaching-wiki/right-angle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Image from: https://study.com/learn/lesson/rectangle-types-examples-what-is-a-rectangle.html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Image from: https://doodlelearning.com/maths/skills/geometry/vertices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Image from: https://www.varsitytutors.com/isee_lower_level_quantitative-help/how-to-find-the-area-of-a-rectangle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Image from: https://stockcake.com/i/joyful-children-celebrating_1278989_1116526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3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381000" y="1206500"/>
            <a:ext cx="8255100" cy="23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48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Exploring Squares and Rectangles: Our Shape Adventure!</a:t>
            </a:r>
            <a:endParaRPr sz="48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/>
        </p:nvSpPr>
        <p:spPr>
          <a:xfrm>
            <a:off x="0" y="569725"/>
            <a:ext cx="90315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"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Recognize and name the basic attributes of a square and a rectangle (e.g., number of sides, </a:t>
            </a:r>
            <a:endParaRPr sz="6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Welcome to Shape World!</a:t>
            </a:r>
            <a:endParaRPr sz="24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Today, we're going on an adventure to learn about squares and rectangles!</a:t>
            </a:r>
            <a:endParaRPr sz="2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These shapes are everywhere around us.</a:t>
            </a:r>
            <a:endParaRPr sz="2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Can you think of any objects in your classroom that look like squares or rectangles?</a:t>
            </a:r>
            <a:endParaRPr sz="2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6" name="Google Shape;6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374782"/>
            <a:ext cx="3657599" cy="3708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/>
        </p:nvSpPr>
        <p:spPr>
          <a:xfrm>
            <a:off x="471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Meet Square Sam</a:t>
            </a:r>
            <a:endParaRPr sz="24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Square Sam has 4 sides.</a:t>
            </a:r>
            <a:endParaRPr sz="2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All of Square Sam's sides are the same length.</a:t>
            </a:r>
            <a:endParaRPr sz="2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Square Sam has 4 corners (we call them vertices).</a:t>
            </a:r>
            <a:endParaRPr sz="2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else do you notice about Square Sam?</a:t>
            </a:r>
            <a:endParaRPr sz="2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3" name="Google Shape;73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6736" y="342900"/>
            <a:ext cx="2458529" cy="377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30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Meet Rectangle Rita</a:t>
            </a:r>
            <a:endParaRPr sz="30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Rectangle Rita also has 4 sides.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Rectangle Rita has 2 long sides and 2 short sides.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Rectangle Rita has 4 corners (vertices) too.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is Rita different from Sam?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36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Counting Sides</a:t>
            </a:r>
            <a:endParaRPr sz="36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Roboto"/>
              <a:buChar char="●"/>
            </a:pPr>
            <a:r>
              <a:rPr lang="en" sz="36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Both squares and rectangles have 4 sides.</a:t>
            </a:r>
            <a:endParaRPr sz="36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Roboto"/>
              <a:buChar char="●"/>
            </a:pPr>
            <a:r>
              <a:rPr lang="en" sz="36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Let's count together: 1, 2, 3, 4!</a:t>
            </a:r>
            <a:endParaRPr sz="36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Roboto"/>
              <a:buChar char="●"/>
            </a:pPr>
            <a:r>
              <a:rPr lang="en" sz="36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Can you draw a shape with 4 sides in the air with your finger?</a:t>
            </a:r>
            <a:endParaRPr sz="36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Comparing Sides</a:t>
            </a:r>
            <a:endParaRPr sz="25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1" name="Google Shape;91;p7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Roboto"/>
              <a:buChar char="●"/>
            </a:pPr>
            <a:r>
              <a:rPr lang="en" sz="2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a square, all 4 sides are equal in length.</a:t>
            </a:r>
            <a:endParaRPr sz="2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Roboto"/>
              <a:buChar char="●"/>
            </a:pPr>
            <a:r>
              <a:rPr lang="en" sz="2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a rectangle, opposite sides are equal in length.</a:t>
            </a:r>
            <a:endParaRPr sz="2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Roboto"/>
              <a:buChar char="●"/>
            </a:pPr>
            <a:r>
              <a:rPr lang="en" sz="2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Which shape do you think is easier to draw?</a:t>
            </a:r>
            <a:endParaRPr sz="2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2" name="Google Shape;9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818061"/>
            <a:ext cx="3657600" cy="2821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30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Corner Countdown</a:t>
            </a:r>
            <a:endParaRPr sz="30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8" name="Google Shape;98;p8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Squares and rectangles both have 4 corners.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 call these corners "vertices" (ver-tuh-seez).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Can you point to the 4 vertices on your desk or a book?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/>
        </p:nvSpPr>
        <p:spPr>
          <a:xfrm>
            <a:off x="471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Right Angles Everywhere!</a:t>
            </a:r>
            <a:endParaRPr sz="24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4" name="Google Shape;104;p9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Both squares and rectangles have 4 right angles.</a:t>
            </a:r>
            <a:endParaRPr sz="2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right angle looks like the corner of a piece of paper.</a:t>
            </a:r>
            <a:endParaRPr sz="2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Can you find right angles in your classroom?</a:t>
            </a:r>
            <a:endParaRPr sz="2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1706336"/>
            <a:ext cx="3657600" cy="1045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30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Square or Rectangle?</a:t>
            </a:r>
            <a:endParaRPr sz="30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1" name="Google Shape;111;p10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Let's play a game! I'll show you some objects.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You decide if they're more like Square Sam or Rectangle Rita.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Remember, all squares are rectangles, but not all rectangles are squares!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30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Shape Hunt</a:t>
            </a:r>
            <a:endParaRPr sz="30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Now it's your turn to be a shape detective!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Look around your room or house.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Can you find 3 things shaped like squares?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Can you find 3 things shaped like rectangles?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30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Drawing Time</a:t>
            </a:r>
            <a:endParaRPr sz="30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Let's practice drawing squares and rectangles.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 a square, make sure all sides are the same length.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 a rectangle, make two sides longer than the other two.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Which one is easier for you to draw?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3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Square and Rectangle Recap</a:t>
            </a:r>
            <a:endParaRPr sz="23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Roboto"/>
              <a:buChar char="●"/>
            </a:pPr>
            <a:r>
              <a:rPr lang="en" sz="23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Squares and rectangles both have 4 sides and 4 vertices.</a:t>
            </a:r>
            <a:endParaRPr sz="2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Roboto"/>
              <a:buChar char="●"/>
            </a:pPr>
            <a:r>
              <a:rPr lang="en" sz="23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Squares have all sides equal.</a:t>
            </a:r>
            <a:endParaRPr sz="2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Roboto"/>
              <a:buChar char="●"/>
            </a:pPr>
            <a:r>
              <a:rPr lang="en" sz="23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Rectangles have two pairs of equal sides.</a:t>
            </a:r>
            <a:endParaRPr sz="2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Roboto"/>
              <a:buChar char="●"/>
            </a:pPr>
            <a:r>
              <a:rPr lang="en" sz="23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Both have 4 right angles.</a:t>
            </a:r>
            <a:endParaRPr sz="2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Roboto"/>
              <a:buChar char="●"/>
            </a:pPr>
            <a:r>
              <a:rPr lang="en" sz="23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You're now shape experts!</a:t>
            </a:r>
            <a:endParaRPr sz="2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0" name="Google Shape;13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1200630"/>
            <a:ext cx="3657600" cy="2056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/>
        </p:nvSpPr>
        <p:spPr>
          <a:xfrm>
            <a:off x="2065950" y="395950"/>
            <a:ext cx="52911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36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Welcome to Shape Quiz!</a:t>
            </a:r>
            <a:endParaRPr sz="36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317500" y="1143000"/>
            <a:ext cx="8341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Roboto"/>
              <a:buChar char="●"/>
            </a:pPr>
            <a:r>
              <a:rPr lang="en" sz="36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Are you ready to test your knowledge about squares and rectangles?</a:t>
            </a:r>
            <a:endParaRPr sz="36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Roboto"/>
              <a:buChar char="●"/>
            </a:pPr>
            <a:r>
              <a:rPr lang="en" sz="36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We'll have 10 fun questions for you to answer.</a:t>
            </a:r>
            <a:endParaRPr sz="36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Roboto"/>
              <a:buChar char="●"/>
            </a:pPr>
            <a:r>
              <a:rPr lang="en" sz="36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 your best and have fun!</a:t>
            </a:r>
            <a:endParaRPr sz="36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Roboto"/>
              <a:buChar char="●"/>
            </a:pPr>
            <a:r>
              <a:rPr lang="en" sz="36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Remember, there's only one correct answer for each question.</a:t>
            </a:r>
            <a:endParaRPr sz="36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30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 1: Sides of a Square</a:t>
            </a:r>
            <a:endParaRPr sz="30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many sides does a square have?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a) 3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b) 4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c) 5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d) 6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Think carefully and choose the best answer!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33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 2: Rectangle's Sides</a:t>
            </a:r>
            <a:endParaRPr sz="33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Roboto"/>
              <a:buChar char="●"/>
            </a:pPr>
            <a:r>
              <a:rPr lang="en" sz="26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a rectangle, which sides are equal in length?</a:t>
            </a:r>
            <a:endParaRPr sz="26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Roboto"/>
              <a:buChar char="●"/>
            </a:pPr>
            <a:r>
              <a:rPr lang="en" sz="26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a) All sides</a:t>
            </a:r>
            <a:endParaRPr sz="26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Roboto"/>
              <a:buChar char="●"/>
            </a:pPr>
            <a:r>
              <a:rPr lang="en" sz="26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b) No sides</a:t>
            </a:r>
            <a:endParaRPr sz="26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Roboto"/>
              <a:buChar char="●"/>
            </a:pPr>
            <a:r>
              <a:rPr lang="en" sz="26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c) Only the top and bottom sides</a:t>
            </a:r>
            <a:endParaRPr sz="26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Roboto"/>
              <a:buChar char="●"/>
            </a:pPr>
            <a:r>
              <a:rPr lang="en" sz="26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d) Opposite sides</a:t>
            </a:r>
            <a:endParaRPr sz="26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Roboto"/>
              <a:buChar char="●"/>
            </a:pPr>
            <a:r>
              <a:rPr lang="en" sz="26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Remember what we learned about Rectangle Rita!</a:t>
            </a:r>
            <a:endParaRPr sz="26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/>
        </p:nvSpPr>
        <p:spPr>
          <a:xfrm>
            <a:off x="2474075" y="102975"/>
            <a:ext cx="57402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30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 3: Corners of Shapes</a:t>
            </a:r>
            <a:endParaRPr sz="30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3884750" y="722900"/>
            <a:ext cx="4907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do we call the corners of squares and rectangles?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a) Points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b) Angles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c) Vertices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d) Edges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Hint: It's a special word we learned for corners!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075" y="1218962"/>
            <a:ext cx="3657600" cy="2436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35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 4: Right Angles</a:t>
            </a:r>
            <a:endParaRPr sz="35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Char char="●"/>
            </a:pPr>
            <a:r>
              <a:rPr lang="en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many right angles does a rectangle have?</a:t>
            </a:r>
            <a:endParaRPr sz="2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Char char="●"/>
            </a:pPr>
            <a:r>
              <a:rPr lang="en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a) 2</a:t>
            </a:r>
            <a:endParaRPr sz="2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Char char="●"/>
            </a:pPr>
            <a:r>
              <a:rPr lang="en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b) 3</a:t>
            </a:r>
            <a:endParaRPr sz="2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Char char="●"/>
            </a:pPr>
            <a:r>
              <a:rPr lang="en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c) 4</a:t>
            </a:r>
            <a:endParaRPr sz="2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Char char="●"/>
            </a:pPr>
            <a:r>
              <a:rPr lang="en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d) 5</a:t>
            </a:r>
            <a:endParaRPr sz="2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Char char="●"/>
            </a:pPr>
            <a:r>
              <a:rPr lang="en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Think about the corners of a rectangle!</a:t>
            </a:r>
            <a:endParaRPr sz="2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30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 5: Square's Special Feature</a:t>
            </a:r>
            <a:endParaRPr sz="30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269875" y="1143000"/>
            <a:ext cx="7868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makes a square different from other rectangles?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a) It has more sides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b) It has no right angles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c) All its sides are equal in length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d) It has more corners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Remember Square Sam's special quality!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 6: Comparing Shapes</a:t>
            </a:r>
            <a:endParaRPr sz="25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861348"/>
            <a:ext cx="3657601" cy="2735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30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 7: Everyday Objects</a:t>
            </a:r>
            <a:endParaRPr sz="30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Which of these is most likely to be a square?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a) A door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b) A window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c) A chess board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d) A book cover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Picture each object in your mind!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30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 8: Counting Vertices</a:t>
            </a:r>
            <a:endParaRPr sz="30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269875" y="1143000"/>
            <a:ext cx="79881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many vertices (corners) does a rectangle have?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a) 2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b) 3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c) 4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d) 5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Remember, vertices are the pointy parts!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30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 9: Drawing Shapes</a:t>
            </a:r>
            <a:endParaRPr sz="30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269875" y="1143000"/>
            <a:ext cx="7770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 draw a square, you need to make sure: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a) Two sides are longer than the others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b) It has 5 sides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c) All sides are different lengths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d) All sides are the same length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Think about what makes a square special!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30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 10: Shape Properties</a:t>
            </a:r>
            <a:endParaRPr sz="30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269875" y="1143000"/>
            <a:ext cx="81615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Which property do squares and rectangles share?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a) All sides are equal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b) They have 4 right angles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c) They have 3 vertices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d) Two sides are always longer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Char char="●"/>
            </a:pPr>
            <a:r>
              <a:rPr lang="en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did we learn that's true for both shapes?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Great Job!</a:t>
            </a:r>
            <a:endParaRPr sz="24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05" name="Google Shape;205;p25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You've completed the quiz! Well done!</a:t>
            </a:r>
            <a:endParaRPr sz="2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Let's check your answers on the next slide.</a:t>
            </a:r>
            <a:endParaRPr sz="2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Remember, it's okay if you didn't get them all right.</a:t>
            </a:r>
            <a:endParaRPr sz="2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Learning is a journey, and you're doing great!</a:t>
            </a:r>
            <a:endParaRPr sz="2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6" name="Google Shape;206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1203918"/>
            <a:ext cx="3657599" cy="2049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Answer Key</a:t>
            </a:r>
            <a:endParaRPr sz="1800" b="0" i="0" u="none" strike="noStrike" cap="non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Here are the correct answers:</a:t>
            </a:r>
            <a:endParaRPr sz="1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1. b) 4</a:t>
            </a:r>
            <a:endParaRPr sz="1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2. d) Opposite sides</a:t>
            </a:r>
            <a:endParaRPr sz="1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 c) Vertices</a:t>
            </a:r>
            <a:endParaRPr sz="1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4. c) 4</a:t>
            </a:r>
            <a:endParaRPr sz="1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5. c) All its sides are equal in length</a:t>
            </a:r>
            <a:endParaRPr sz="1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6. b) All squares are rectangles</a:t>
            </a:r>
            <a:endParaRPr sz="1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7. c) A chess board</a:t>
            </a:r>
            <a:endParaRPr sz="1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8. c) 4</a:t>
            </a:r>
            <a:endParaRPr sz="1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9. d) All sides are the same length</a:t>
            </a:r>
            <a:endParaRPr sz="1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10. b) They have 4 right angles</a:t>
            </a:r>
            <a:endParaRPr sz="1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many did you get right?</a:t>
            </a:r>
            <a:endParaRPr sz="1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1140</Words>
  <Application>Microsoft Office PowerPoint</Application>
  <PresentationFormat>On-screen Show (16:9)</PresentationFormat>
  <Paragraphs>149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Roboto</vt:lpstr>
      <vt:lpstr>Playfair Display</vt:lpstr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Mackay</cp:lastModifiedBy>
  <cp:revision>2</cp:revision>
  <dcterms:modified xsi:type="dcterms:W3CDTF">2025-05-31T10:35:55Z</dcterms:modified>
</cp:coreProperties>
</file>